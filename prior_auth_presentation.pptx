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969E"/>
                </a:solidFill>
                <a:latin typeface="Calibri"/>
              </a:rPr>
              <a:t>PRIOR AUTHORIZATION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Your doctor said yes.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5943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969E"/>
                </a:solidFill>
                <a:latin typeface="Calibri"/>
              </a:rPr>
              <a:t>The paperwork said wait.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65960"/>
            <a:ext cx="1371600" cy="41148"/>
          </a:xfrm>
          <a:prstGeom prst="rect">
            <a:avLst/>
          </a:prstGeom>
          <a:solidFill>
            <a:srgbClr val="009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F0F4"/>
                </a:solidFill>
                <a:latin typeface="Calibri"/>
              </a:rPr>
              <a:t>Before treatments can happen, insurance companies require a formal approval — called prior authorization. Getting it means healthcare teams manually reading patient charts and dense policy documents for every single case. One error triggers a denial. The process restarts. The patient waits — sometimes for weeks. Some give up on treatment entirely.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903720" y="320040"/>
            <a:ext cx="32004" cy="6172200"/>
          </a:xfrm>
          <a:prstGeom prst="rect">
            <a:avLst/>
          </a:prstGeom>
          <a:solidFill>
            <a:srgbClr val="009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78040" y="320040"/>
            <a:ext cx="4480560" cy="2148840"/>
          </a:xfrm>
          <a:prstGeom prst="rect">
            <a:avLst/>
          </a:prstGeom>
          <a:solidFill>
            <a:srgbClr val="E8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4572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969E"/>
                </a:solidFill>
                <a:latin typeface="Calibri"/>
              </a:rPr>
              <a:t>THE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74980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2B4E"/>
                </a:solidFill>
                <a:latin typeface="Calibri"/>
              </a:rPr>
              <a:t>Upload the patient chart and the insurance policy.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124712"/>
            <a:ext cx="4023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  <a:latin typeface="Calibri"/>
              </a:rPr>
              <a:t>In seconds, the Assistant reads both documents, checks every coverage criterion, and delivers a clear recommendation — with every step of its reasoning shown. Your coordinator reviews it, makes the call, and submits.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2578608"/>
            <a:ext cx="4480560" cy="18288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78040" y="2578608"/>
            <a:ext cx="50292" cy="1828800"/>
          </a:xfrm>
          <a:prstGeom prst="rect">
            <a:avLst/>
          </a:prstGeom>
          <a:solidFill>
            <a:srgbClr val="009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271576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969E"/>
                </a:solidFill>
                <a:latin typeface="Calibri"/>
              </a:rPr>
              <a:t>BUILT ON TRUST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3035808"/>
            <a:ext cx="3977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4"/>
                </a:solidFill>
                <a:latin typeface="Calibri"/>
              </a:rPr>
              <a:t>→  A human approves every case — AI never makes the final decision.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3438144"/>
            <a:ext cx="3977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4"/>
                </a:solidFill>
                <a:latin typeface="Calibri"/>
              </a:rPr>
              <a:t>→  Patient data stays on your system. Nothing is shared externally.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3840480"/>
            <a:ext cx="3977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4"/>
                </a:solidFill>
                <a:latin typeface="Calibri"/>
              </a:rPr>
              <a:t>→  Every step is logged, transparent, and fully traceable.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78040" y="4517136"/>
            <a:ext cx="4480560" cy="1965960"/>
          </a:xfrm>
          <a:prstGeom prst="rect">
            <a:avLst/>
          </a:prstGeom>
          <a:solidFill>
            <a:srgbClr val="009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4654296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2B4E"/>
                </a:solidFill>
                <a:latin typeface="Calibri"/>
              </a:rPr>
              <a:t>THE DIFFERENCE IT MAKES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4974336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  <a:latin typeface="Calibri"/>
              </a:rPr>
              <a:t>✓  Less time buried in paperwork.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5376672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  <a:latin typeface="Calibri"/>
              </a:rPr>
              <a:t>✓  Fewer denials. More approvals done right the first time.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57790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  <a:latin typeface="Calibri"/>
              </a:rPr>
              <a:t>✓  Faster care for patients who can’t afford to wait.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7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47395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7080"/>
                </a:solidFill>
                <a:latin typeface="Calibri"/>
              </a:rPr>
              <a:t>Built to support the people who keep healthcare moving.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647395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00969E"/>
                </a:solidFill>
                <a:latin typeface="Calibri"/>
              </a:rPr>
              <a:t>Prior Authorization Assistant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